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371" r:id="rId3"/>
    <p:sldId id="370" r:id="rId4"/>
    <p:sldId id="257" r:id="rId5"/>
    <p:sldId id="258" r:id="rId6"/>
    <p:sldId id="259" r:id="rId7"/>
    <p:sldId id="372" r:id="rId8"/>
    <p:sldId id="260" r:id="rId9"/>
    <p:sldId id="261" r:id="rId10"/>
    <p:sldId id="262" r:id="rId11"/>
    <p:sldId id="263" r:id="rId12"/>
    <p:sldId id="265" r:id="rId13"/>
    <p:sldId id="266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73DA1-0977-4B15-884C-9EACA974EE51}" v="3" dt="2025-09-03T17:42:25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Silva Caldeira" userId="ba543d5c-9759-4bbd-b19b-28ce1166a14e" providerId="ADAL" clId="{50273DA1-0977-4B15-884C-9EACA974EE51}"/>
    <pc:docChg chg="custSel addSld delSld modSld sldOrd">
      <pc:chgData name="Diego Silva Caldeira" userId="ba543d5c-9759-4bbd-b19b-28ce1166a14e" providerId="ADAL" clId="{50273DA1-0977-4B15-884C-9EACA974EE51}" dt="2025-09-03T17:42:46.094" v="173" actId="1076"/>
      <pc:docMkLst>
        <pc:docMk/>
      </pc:docMkLst>
      <pc:sldChg chg="modSp del mod">
        <pc:chgData name="Diego Silva Caldeira" userId="ba543d5c-9759-4bbd-b19b-28ce1166a14e" providerId="ADAL" clId="{50273DA1-0977-4B15-884C-9EACA974EE51}" dt="2025-09-03T17:38:21.033" v="59" actId="2696"/>
        <pc:sldMkLst>
          <pc:docMk/>
          <pc:sldMk cId="0" sldId="256"/>
        </pc:sldMkLst>
        <pc:spChg chg="mod">
          <ac:chgData name="Diego Silva Caldeira" userId="ba543d5c-9759-4bbd-b19b-28ce1166a14e" providerId="ADAL" clId="{50273DA1-0977-4B15-884C-9EACA974EE51}" dt="2025-09-03T17:36:49.825" v="5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iego Silva Caldeira" userId="ba543d5c-9759-4bbd-b19b-28ce1166a14e" providerId="ADAL" clId="{50273DA1-0977-4B15-884C-9EACA974EE51}" dt="2025-09-03T17:37:10.015" v="56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Diego Silva Caldeira" userId="ba543d5c-9759-4bbd-b19b-28ce1166a14e" providerId="ADAL" clId="{50273DA1-0977-4B15-884C-9EACA974EE51}" dt="2025-09-03T17:34:39.818" v="13" actId="20577"/>
        <pc:sldMkLst>
          <pc:docMk/>
          <pc:sldMk cId="0" sldId="257"/>
        </pc:sldMkLst>
        <pc:spChg chg="mod">
          <ac:chgData name="Diego Silva Caldeira" userId="ba543d5c-9759-4bbd-b19b-28ce1166a14e" providerId="ADAL" clId="{50273DA1-0977-4B15-884C-9EACA974EE51}" dt="2025-09-03T17:34:39.818" v="13" actId="20577"/>
          <ac:spMkLst>
            <pc:docMk/>
            <pc:sldMk cId="0" sldId="257"/>
            <ac:spMk id="3" creationId="{00000000-0000-0000-0000-000000000000}"/>
          </ac:spMkLst>
        </pc:spChg>
      </pc:sldChg>
      <pc:sldChg chg="ord">
        <pc:chgData name="Diego Silva Caldeira" userId="ba543d5c-9759-4bbd-b19b-28ce1166a14e" providerId="ADAL" clId="{50273DA1-0977-4B15-884C-9EACA974EE51}" dt="2025-09-03T17:35:19.492" v="15"/>
        <pc:sldMkLst>
          <pc:docMk/>
          <pc:sldMk cId="0" sldId="264"/>
        </pc:sldMkLst>
      </pc:sldChg>
      <pc:sldChg chg="modSp add mod">
        <pc:chgData name="Diego Silva Caldeira" userId="ba543d5c-9759-4bbd-b19b-28ce1166a14e" providerId="ADAL" clId="{50273DA1-0977-4B15-884C-9EACA974EE51}" dt="2025-09-03T17:39:57.287" v="154" actId="20577"/>
        <pc:sldMkLst>
          <pc:docMk/>
          <pc:sldMk cId="2693703244" sldId="370"/>
        </pc:sldMkLst>
        <pc:spChg chg="mod">
          <ac:chgData name="Diego Silva Caldeira" userId="ba543d5c-9759-4bbd-b19b-28ce1166a14e" providerId="ADAL" clId="{50273DA1-0977-4B15-884C-9EACA974EE51}" dt="2025-09-03T17:39:57.287" v="154" actId="20577"/>
          <ac:spMkLst>
            <pc:docMk/>
            <pc:sldMk cId="2693703244" sldId="370"/>
            <ac:spMk id="3" creationId="{1AD29505-262E-C866-A0BB-682FEDC8888B}"/>
          </ac:spMkLst>
        </pc:spChg>
      </pc:sldChg>
      <pc:sldChg chg="modSp add mod">
        <pc:chgData name="Diego Silva Caldeira" userId="ba543d5c-9759-4bbd-b19b-28ce1166a14e" providerId="ADAL" clId="{50273DA1-0977-4B15-884C-9EACA974EE51}" dt="2025-09-03T17:38:44.775" v="104" actId="20577"/>
        <pc:sldMkLst>
          <pc:docMk/>
          <pc:sldMk cId="3492292261" sldId="371"/>
        </pc:sldMkLst>
        <pc:spChg chg="mod">
          <ac:chgData name="Diego Silva Caldeira" userId="ba543d5c-9759-4bbd-b19b-28ce1166a14e" providerId="ADAL" clId="{50273DA1-0977-4B15-884C-9EACA974EE51}" dt="2025-09-03T17:38:44.775" v="104" actId="20577"/>
          <ac:spMkLst>
            <pc:docMk/>
            <pc:sldMk cId="3492292261" sldId="371"/>
            <ac:spMk id="2" creationId="{161FBD8E-9143-3538-7540-033712E2742C}"/>
          </ac:spMkLst>
        </pc:spChg>
      </pc:sldChg>
      <pc:sldChg chg="modSp add mod">
        <pc:chgData name="Diego Silva Caldeira" userId="ba543d5c-9759-4bbd-b19b-28ce1166a14e" providerId="ADAL" clId="{50273DA1-0977-4B15-884C-9EACA974EE51}" dt="2025-09-03T17:42:46.094" v="173" actId="1076"/>
        <pc:sldMkLst>
          <pc:docMk/>
          <pc:sldMk cId="94146520" sldId="372"/>
        </pc:sldMkLst>
        <pc:spChg chg="mod">
          <ac:chgData name="Diego Silva Caldeira" userId="ba543d5c-9759-4bbd-b19b-28ce1166a14e" providerId="ADAL" clId="{50273DA1-0977-4B15-884C-9EACA974EE51}" dt="2025-09-03T17:42:46.094" v="173" actId="1076"/>
          <ac:spMkLst>
            <pc:docMk/>
            <pc:sldMk cId="94146520" sldId="372"/>
            <ac:spMk id="3" creationId="{63BEE3F0-43C0-829A-7226-BF80BE8927B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655D8-BF9C-08C9-8CD2-4AF2954F4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3318A3-CE17-BC9D-A6D9-4DC8BB67D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48A9B6-6CDA-177F-8074-9F20D9C4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B26493-065C-D6E3-D525-1883BFB09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A31F49-CAAB-4AB3-229C-C38D3E96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302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FC503-2D9E-2BE4-4E82-F666E708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5CAEE9-C80A-23BE-3CCA-A525EA016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1C5D09-FB4A-1D29-F15E-4CBD8DD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288BAD-3299-557C-D2D3-7DE01E0B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362551-8B9F-1A3E-B25F-6EC25146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90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98353-A93E-A465-4B10-F34617A6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072050-2278-61A1-D91C-E59C4F714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4DFC60-F6AC-5667-5B23-7E7ADA0F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E358EF-570E-49BF-2A00-ED6AF227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868EB5-799B-B830-D790-5AAF14B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527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177D3-A691-D1A9-E0BB-BD39ECFD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8F6AA1-496A-0170-1D67-C99F5262B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B91E6B-86E8-8D87-B552-7B1127627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33F46C-DD70-27C4-B75D-D90B13F9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216578-063D-A8C8-77A9-E3B3CF38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8414CA-05F5-EFCA-98FB-52F805E8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198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DE055-F4A0-CA01-65E6-F5E4D2E2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9E76C4-B69B-EE5E-A435-243C2185F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32B19F-74B4-E2E9-EAB8-7DAAD306F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D1185D-4D52-BE5C-384A-C82AA78A3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28CBDC-3CD1-B31C-DE6D-1974F309E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7B2B2E-5423-1992-3802-3435D6F522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DE217B-C01A-5FC7-5A8A-0A4A5882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55CC970-877A-4CE2-1277-612ADC58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300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CF5B4-7519-9D9E-A496-53421007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68A0F7-AB9D-8627-EDA7-C9546745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E30222-A018-4AEE-B4BD-87F04F03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B0F714-A15E-F3E6-7058-AA58F028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35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A830A3A-8891-A542-FFCF-9D9A863E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D77D08-9087-F824-9067-77341DBFF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9F8A37-A400-5819-7B37-99C91EDC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937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9C102-46BA-43AC-96B5-F20796D1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A9CF5-EE74-3345-BC7E-168D715CA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541DAF-AFB2-8518-A5DF-C8D7C1346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376CEA-414E-C958-345C-36EECABA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6150B8-DCA7-368C-9186-73C4B3AA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1AC632-0206-3A31-292E-53EACCEC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94922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016B3-7CF9-52C3-615E-0A3EAA47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905B58-5026-0356-E3B4-15653DBA5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9FDBD2-6793-FEE3-B427-C41858E12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DF2FCC-A350-A654-3316-A6EFB05A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A4A9E6-3EC9-D343-FAC3-B6017CEB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F8FC4E-54C6-9F06-29F6-B5053E7D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851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21C96-47A5-B722-1D54-95D5EB246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B40710-5ADA-CBA7-6352-DEF2D27D5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71024B-E77F-A570-02B5-C29FD83C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D42EE-CDEE-1112-C202-3DD4E756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034C1B-F1B9-DE5F-A225-D1A5F33C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4441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9A0009-7045-9906-2E70-DFC0907B2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C6C736-EE76-481C-4D43-27659B6DB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DE793-4BE5-3317-ECA9-3AFECD05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C3C4E3-19B4-43DD-A93C-A4772DAD72F6}" type="datetimeFigureOut">
              <a:rPr lang="pt-BR" smtClean="0"/>
              <a:t>03/09/2025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34F412-2F7A-939A-075A-3477CEBE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E84E60-A511-36DF-8ADB-D2137837A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2EC4BE1-ED97-42C4-BF97-93F1121D9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096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97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76196" y="2094690"/>
            <a:ext cx="3291623" cy="282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4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59936" y="1968103"/>
            <a:ext cx="3247640" cy="282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4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8243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42C25C-4803-F52B-DCCB-7A17D1D8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FBE7FC-DFE3-AF1C-0C2A-39F6566BA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7531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FBD8E-9143-3538-7540-033712E27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Codificação de Caracteres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10F3F3-DFC6-99A1-BF7E-EB4BA8CDF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Diego Silva Caldeira Rocha</a:t>
            </a:r>
          </a:p>
        </p:txBody>
      </p:sp>
    </p:spTree>
    <p:extLst>
      <p:ext uri="{BB962C8B-B14F-4D97-AF65-F5344CB8AC3E}">
        <p14:creationId xmlns:p14="http://schemas.microsoft.com/office/powerpoint/2010/main" val="3492292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BEDB0-EEEB-B32C-F2EA-9DA1DE402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D29505-262E-C866-A0BB-682FEDC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Caractere</a:t>
            </a:r>
          </a:p>
          <a:p>
            <a:r>
              <a:rPr lang="pt-BR" dirty="0"/>
              <a:t>Unicode</a:t>
            </a:r>
          </a:p>
          <a:p>
            <a:r>
              <a:rPr lang="pt-BR" dirty="0"/>
              <a:t>ASCII</a:t>
            </a:r>
          </a:p>
          <a:p>
            <a:r>
              <a:rPr lang="pt-BR" dirty="0"/>
              <a:t>Exercícios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3703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Caractere?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Símbolo</a:t>
            </a:r>
            <a:r>
              <a:rPr dirty="0"/>
              <a:t> </a:t>
            </a:r>
            <a:r>
              <a:rPr dirty="0" err="1"/>
              <a:t>tipográfico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língua</a:t>
            </a:r>
            <a:r>
              <a:rPr dirty="0"/>
              <a:t>.</a:t>
            </a:r>
          </a:p>
          <a:p>
            <a:r>
              <a:rPr dirty="0" err="1"/>
              <a:t>Exemplo</a:t>
            </a:r>
            <a:r>
              <a:rPr dirty="0"/>
              <a:t>: !, A, ç, Σ, “</a:t>
            </a:r>
          </a:p>
          <a:p>
            <a:r>
              <a:rPr dirty="0" err="1"/>
              <a:t>Importante</a:t>
            </a:r>
            <a:r>
              <a:rPr dirty="0"/>
              <a:t>: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confundir</a:t>
            </a:r>
            <a:r>
              <a:rPr dirty="0"/>
              <a:t> com 'char' </a:t>
            </a:r>
            <a:r>
              <a:rPr dirty="0" err="1"/>
              <a:t>em</a:t>
            </a:r>
            <a:r>
              <a:rPr dirty="0"/>
              <a:t> </a:t>
            </a:r>
            <a:r>
              <a:rPr lang="pt-BR" dirty="0"/>
              <a:t>JAVA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Consórcio Unicode atribui números únicos (code points) a caracteres.</a:t>
            </a:r>
          </a:p>
          <a:p>
            <a:r>
              <a:t>Mais de 1 milhão de caracteres catalogados.</a:t>
            </a:r>
          </a:p>
          <a:p>
            <a:r>
              <a:t>Exemplo: U+0041 = A, U+00E7 = ç, U+03A3 = 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ASCII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Primeiros 128 caracteres do Unicode (U+0000 a U+007F).</a:t>
            </a:r>
          </a:p>
          <a:p>
            <a:r>
              <a:t>Contém letras, dígitos, pontuação e símbolos básicos.</a:t>
            </a:r>
          </a:p>
          <a:p>
            <a:r>
              <a:t>Limitado para idiomas como o português (sem acentos).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7DE38-A0F6-57EE-8B2E-4AD49323A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A0CD-52C6-FC39-A12C-F61B732C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ASCII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EE3F0-43C0-829A-7226-BF80BE89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6336" y="1587910"/>
            <a:ext cx="4852219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/>
              <a:t>Unicode	     	ASCII	 </a:t>
            </a:r>
            <a:r>
              <a:rPr lang="pt-BR" dirty="0"/>
              <a:t>            </a:t>
            </a:r>
            <a:r>
              <a:rPr lang="pl-PL" dirty="0"/>
              <a:t>hexa  </a:t>
            </a:r>
          </a:p>
          <a:p>
            <a:pPr marL="0" indent="0">
              <a:buNone/>
            </a:pPr>
            <a:r>
              <a:rPr lang="pl-PL" dirty="0"/>
              <a:t>U+0021	!	00100001	0x21</a:t>
            </a:r>
          </a:p>
          <a:p>
            <a:pPr marL="0" indent="0">
              <a:buNone/>
            </a:pPr>
            <a:r>
              <a:rPr lang="pl-PL" dirty="0"/>
              <a:t>U+0022	"	00100010	0x22</a:t>
            </a:r>
          </a:p>
          <a:p>
            <a:pPr marL="0" indent="0">
              <a:buNone/>
            </a:pPr>
            <a:r>
              <a:rPr lang="pl-PL" dirty="0"/>
              <a:t>U+002D	-	00101101	0x2D</a:t>
            </a:r>
          </a:p>
          <a:p>
            <a:pPr marL="0" indent="0">
              <a:buNone/>
            </a:pPr>
            <a:r>
              <a:rPr lang="pl-PL" dirty="0"/>
              <a:t>U+0039	9	00100111	0x39</a:t>
            </a:r>
          </a:p>
          <a:p>
            <a:pPr marL="0" indent="0">
              <a:buNone/>
            </a:pPr>
            <a:r>
              <a:rPr lang="pl-PL" dirty="0"/>
              <a:t>U+0041	A	01000001	0x41</a:t>
            </a:r>
          </a:p>
          <a:p>
            <a:pPr marL="0" indent="0">
              <a:buNone/>
            </a:pPr>
            <a:r>
              <a:rPr lang="pl-PL" dirty="0"/>
              <a:t>U+0042	B	01000010	0x42</a:t>
            </a:r>
          </a:p>
          <a:p>
            <a:pPr marL="0" indent="0">
              <a:buNone/>
            </a:pPr>
            <a:r>
              <a:rPr lang="pl-PL" dirty="0"/>
              <a:t>U+0061	a	01100001	0x61</a:t>
            </a:r>
          </a:p>
          <a:p>
            <a:pPr marL="0" indent="0">
              <a:buNone/>
            </a:pPr>
            <a:r>
              <a:rPr lang="pl-PL" dirty="0"/>
              <a:t>U+0062	b	01100010	0x62</a:t>
            </a:r>
          </a:p>
          <a:p>
            <a:pPr marL="0" indent="0">
              <a:buNone/>
            </a:pPr>
            <a:r>
              <a:rPr lang="pl-PL" dirty="0"/>
              <a:t>U+007E	~	01111110	0x7E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14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Esquemas de Codificação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Definem como representar caracteres em bytes.</a:t>
            </a:r>
          </a:p>
          <a:p>
            <a:r>
              <a:t>ASCII: 1 byte por caractere (128 símbolos).</a:t>
            </a:r>
          </a:p>
          <a:p>
            <a:r>
              <a:t>ISO-LATIN-1: expansão para mais caracteres.</a:t>
            </a:r>
          </a:p>
          <a:p>
            <a:r>
              <a:t>UTF-8: código variável de 1 a 4 bytes.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UTF-8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Mais usado atualmente.</a:t>
            </a:r>
          </a:p>
          <a:p>
            <a:r>
              <a:t>Compatível com ASCII (128 primeiros iguais).</a:t>
            </a:r>
          </a:p>
          <a:p>
            <a:r>
              <a:t>Caracteres com acento → 2 bytes (ex: 'ã').</a:t>
            </a:r>
          </a:p>
          <a:p>
            <a:r>
              <a:t>Caracteres especiais → até 4 bytes.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Decodificação UTF-8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Número de bytes por caractere não é fixo.</a:t>
            </a:r>
          </a:p>
          <a:p>
            <a:r>
              <a:t>Primeiro byte indica quantos bytes compõem o caractere.</a:t>
            </a:r>
          </a:p>
          <a:p>
            <a:r>
              <a:t>Exemplo: 'ação' = 0x61 0xC3 0xA7 0xC3 0xA3 0x6F.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 código o arquivo usa?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é possível saber com 100% de certeza.</a:t>
            </a:r>
          </a:p>
          <a:p>
            <a:r>
              <a:t>Programas como 'file' e 'iconv' ajudam a identificar.</a:t>
            </a:r>
          </a:p>
          <a:p>
            <a:r>
              <a:t>Autor deve informar qual codificação usou.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UTF-16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Codificação que usa 2 ou 4 bytes por caractere.</a:t>
            </a:r>
          </a:p>
          <a:p>
            <a:r>
              <a:t>Caracteres mais comuns: 2 bytes.</a:t>
            </a:r>
          </a:p>
          <a:p>
            <a:r>
              <a:t>Caracteres suplementares: 4 bytes (par substituto).</a:t>
            </a:r>
          </a:p>
          <a:p>
            <a:r>
              <a:t>Usado em sistemas como Windows e Java internamente.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UTF-32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Codificação que usa sempre 4 bytes fixos por caractere.</a:t>
            </a:r>
          </a:p>
          <a:p>
            <a:r>
              <a:t>Simples, mas pouco eficiente em termos de memória.</a:t>
            </a:r>
          </a:p>
          <a:p>
            <a:r>
              <a:t>Cada caractere Unicode é representado diretamente pelo seu code point.</a:t>
            </a:r>
          </a:p>
          <a:p>
            <a:r>
              <a:t>Pouco usado em armazenamento, mas útil em processamento interno.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Interpretar bytes em UTF-8.</a:t>
            </a:r>
          </a:p>
          <a:p>
            <a:r>
              <a:t>2. Converter bytes hexadecimais em caracteres.</a:t>
            </a:r>
          </a:p>
          <a:p>
            <a:r>
              <a:t>3. Escrever função que detecta se arquivo é ASCII.</a:t>
            </a:r>
          </a:p>
          <a:p>
            <a:r>
              <a:t>4. Representar cadeias de caracteres em UTF-8.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460</Words>
  <Application>Microsoft Office PowerPoint</Application>
  <PresentationFormat>Apresentação na tela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Tahoma</vt:lpstr>
      <vt:lpstr>Office Theme</vt:lpstr>
      <vt:lpstr>Tema do Office</vt:lpstr>
      <vt:lpstr>Codificação de Caracteres</vt:lpstr>
      <vt:lpstr>Sumário</vt:lpstr>
      <vt:lpstr>O que é um Caractere?</vt:lpstr>
      <vt:lpstr>Unicode</vt:lpstr>
      <vt:lpstr>ASCII</vt:lpstr>
      <vt:lpstr>ASCII</vt:lpstr>
      <vt:lpstr>Esquemas de Codificação</vt:lpstr>
      <vt:lpstr>UTF-8</vt:lpstr>
      <vt:lpstr>Decodificação UTF-8</vt:lpstr>
      <vt:lpstr>Qual código o arquivo usa?</vt:lpstr>
      <vt:lpstr>UTF-16</vt:lpstr>
      <vt:lpstr>UTF-32</vt:lpstr>
      <vt:lpstr>Exercícios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Rocha</dc:creator>
  <cp:keywords/>
  <dc:description>generated using python-pptx</dc:description>
  <cp:lastModifiedBy>Diego Silva Caldeira</cp:lastModifiedBy>
  <cp:revision>1</cp:revision>
  <dcterms:created xsi:type="dcterms:W3CDTF">2013-01-27T09:14:16Z</dcterms:created>
  <dcterms:modified xsi:type="dcterms:W3CDTF">2025-09-03T17:42:47Z</dcterms:modified>
  <cp:category/>
</cp:coreProperties>
</file>